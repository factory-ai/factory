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ourier New"/>
              </a:rPr>
              <a:t>FACTORY AI · MARCH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000000"/>
                </a:solidFill>
                <a:latin typeface="Courier New"/>
              </a:rPr>
              <a:t>jeval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Courier New"/>
              </a:rPr>
              <a:t>JEPA-based semantic fidelity verification for Droid memory compression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ourier New"/>
              </a:rPr>
              <a:t>github.com/Pshyam17/factory  ·  feat/jeval-memory-compression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ourier New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Courier New"/>
              </a:rPr>
              <a:t>Artifact tracking scores 2.45/5 across every compression method.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ourier New"/>
              </a:rPr>
              <a:t>Factory (best)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2651760"/>
            <a:ext cx="3136392" cy="1645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2560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2.45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ourier New"/>
              </a:rPr>
              <a:t>Anthropic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3200400"/>
            <a:ext cx="2982772" cy="1645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3108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2.33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ourier New"/>
              </a:rPr>
              <a:t>OpenAI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3749039"/>
            <a:ext cx="2803550" cy="1645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36576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2.19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389120"/>
            <a:ext cx="10698480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480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ourier New"/>
              </a:rPr>
              <a:t>"Artifact tracking may need dedicated state tracking beyond summarization."
— Factory AI, Dec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ourier New"/>
              </a:rP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Courier New"/>
              </a:rPr>
              <a:t>Use JEPA's prediction residual as a pre-hoc fidelity oracle.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10515600" cy="1645920"/>
          </a:xfrm>
          <a:prstGeom prst="rect">
            <a:avLst/>
          </a:prstGeom>
          <a:solidFill>
            <a:srgbClr val="F8F8F8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# standard JEPA — training signal
L = ||predictor(enc(compressed)) - enc(original)||²
# jeval — fidelity measurement
EPE(T, C) = sum((pred(enc(C)) - enc(T))²)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ourier New"/>
              </a:rPr>
              <a:t>· No prior work uses the JEPA residual as an external fidelity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5371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ourier New"/>
              </a:rPr>
              <a:t>· EPE = 0 → perfect reconstruction   EPE = 1 → total semantic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01183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ourier New"/>
              </a:rPr>
              <a:t>· Sensitive to role reversal, negation, causal inversion — cosine is 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ourier New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ourier New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05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005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ourier New"/>
              </a:rPr>
              <a:t>bullet points + headers → individual entries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691640"/>
            <a:ext cx="10698480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CLASSIFY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920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ourier New"/>
              </a:rPr>
              <a:t>zero-shot NLI → FACTUAL / CAUSAL / ENTITY / TEMPORAL / CONTRASTIVE / BACKGROUND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2606040"/>
            <a:ext cx="10698480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ourier New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EPE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8346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ourier New"/>
              </a:rPr>
              <a:t>trained JEPA predictor → embedding prediction error per segment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520440"/>
            <a:ext cx="10698480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ourier New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4903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74903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ourier New"/>
              </a:rPr>
              <a:t>z-score + content type → compression tier per segment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4434840"/>
            <a:ext cx="10698480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ourier New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COMPRESS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663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ourier New"/>
              </a:rPr>
              <a:t>Mistral via NVIDIA NIM · budget=1.0 verbatim · budget=0.3 aggressive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ourier New"/>
              </a:rPr>
              <a:t>KEY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Why freeze the encoder?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A moving target makes EPE uncalibrated. Freezing all-mpnet-base-v2 gives a fixed semantic geometry — EPE has one meaning across all sessions.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Why z-scores not raw thresholds?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Raw thresholds are hardcoded to one trained predictor. Z-scores normalize against the session's own EPE distribution — self-calibrating.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Why artifact pattern detection?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Low EPE ≠ low importance. File paths are predictable so the predictor assigns them low EPE — but src/auth/refresh.ts is critical. Pattern detection overrides EPE.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1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Why sum not mean in MSE?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5779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mean() / 768 dims = 0.003 for orthogonal vectors — indistinguishable from verbatim. sum() preserves the full signal. /4 normalizes to [0,1].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ourier New"/>
              </a:rPr>
              <a:t>TRAINING THE PREDICTOR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urier New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Frozen encoder: all-mpnet-base-v2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1051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Predictor: 3-layer Pre-LN 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5798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5,000 synthetic pairs · 30 epochs · A100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0545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3 compression strategies: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5292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  · truncate (cut end)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  · word dropout (30–50%)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4787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  · abstractify (replace specifics)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ourier New"/>
              </a:rPr>
              <a:t>Sanity check after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212080" cy="2011680"/>
          </a:xfrm>
          <a:prstGeom prst="rect">
            <a:avLst/>
          </a:prstGeom>
          <a:solidFill>
            <a:srgbClr val="F8F8F8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verbatim    EPE = 0.0060  ✓
abstractify EPE = 0.1023  ✓
abstractify EPE = 0.1687  ✓
17–28× separation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ourier New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Artifact survival — 3 iterative compression rounds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84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ourier New"/>
              </a:rPr>
              <a:t>6/10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371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ourier New"/>
              </a:rPr>
              <a:t>future artifacts not yet written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1783080"/>
            <a:ext cx="10698480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175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ourier New"/>
              </a:rPr>
              <a:t>9/10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ourier New"/>
              </a:rPr>
              <a:t/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2240280"/>
            <a:ext cx="10698480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Stage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261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Courier New"/>
              </a:rPr>
              <a:t>10/10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86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ourier New"/>
              </a:rPr>
              <a:t>all critical artifacts preserved ✓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2697480"/>
            <a:ext cx="10698480" cy="0"/>
          </a:xfrm>
          <a:prstGeom prst="line">
            <a:avLst/>
          </a:prstGeom>
          <a:ln w="635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Artifact tracking vs Factory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jeval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675887"/>
            <a:ext cx="6080759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35661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4.75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5661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ourier New"/>
              </a:rPr>
              <a:t>+94%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ourier New"/>
              </a:rPr>
              <a:t>Factory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4224528"/>
            <a:ext cx="3136392" cy="18288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41148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ourier New"/>
              </a:rPr>
              <a:t>2.45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6634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ourier New"/>
              </a:rPr>
              <a:t>Anthropic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773168"/>
            <a:ext cx="2982772" cy="18288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46634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ourier New"/>
              </a:rPr>
              <a:t>2.33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120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ourier New"/>
              </a:rPr>
              <a:t>OpenAI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5321807"/>
            <a:ext cx="2803550" cy="18288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5212079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Courier New"/>
              </a:rPr>
              <a:t>2.19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ourier New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ourier New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005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Real session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Retrain predictor on Droid production sessions. Run probe eval across 20-30 sessions with confidence intervals.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ourier New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Ablation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Quantify contribution of each component: EPE alone, z-scores alone, artifact patterns alone, full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ourier New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566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Incremental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023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Classify + compute EPE per entry as it's written. PreCompact reads cached values. Hook latency → &lt;500ms.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1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ourier New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84631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Courier New"/>
              </a:rPr>
              <a:t>EMNLP 2026 System Demos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30351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ourier New"/>
              </a:rPr>
              <a:t>Deadline July 4, 2026. Working system + empirical results on published benchmark.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ourier New"/>
              </a:rPr>
              <a:t>INSTALL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2926080"/>
          </a:xfrm>
          <a:prstGeom prst="rect">
            <a:avLst/>
          </a:prstGeom>
          <a:solidFill>
            <a:srgbClr val="F8F8F8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000000"/>
                </a:solidFill>
                <a:latin typeface="Courier New"/>
              </a:rPr>
              <a:t># install
pip install -e examples/jeval-memory-compression
# set key
export NVIDIA_API_KEY=nvapi-...
# register hook in ~/.factory/settings.json
"PreCompact": [{ "type": "command",
  "command": "python3 $PROJECT_DIR/...precompact_jeval.py" }]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A0"/>
                </a:solidFill>
                <a:latin typeface="Courier New"/>
              </a:rPr>
              <a:t>github.com/Pshyam17/factory   ·   feat/jeval-memory-compression   ·   PR #785 open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